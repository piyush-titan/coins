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6" r:id="rId2"/>
    <p:sldId id="320" r:id="rId3"/>
    <p:sldId id="321" r:id="rId4"/>
    <p:sldId id="317" r:id="rId5"/>
    <p:sldId id="291" r:id="rId6"/>
    <p:sldId id="316" r:id="rId7"/>
    <p:sldId id="318" r:id="rId8"/>
    <p:sldId id="3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43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9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76555-8987-4798-95C2-474B5B2B3F6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F785A-8B3D-49CB-917D-3D2BA039B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71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2723-CA2E-0DFF-BAA5-C91C20D3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9A96A-FECC-EDC3-AD87-2D46FE533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837D5-37BD-EE56-99CA-147D50CFE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DE161-F485-D157-1072-4DDE3EA3B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DD187-9525-43FD-BB94-5D05B4BEB3D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80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E876-56BE-41D2-732F-959DD186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22102-538B-BAE3-AD87-6497AC629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328D6-6AE9-D8F0-21C5-1B756B4B8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61082-D19E-0C51-E5B8-52809C6B1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DD187-9525-43FD-BB94-5D05B4BEB3D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71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CA4A-72AA-1965-5F79-6F657FDDF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4B7A3C-61A4-8908-65FB-CC9E1A524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DC799-0FED-E7BB-5B89-073BA8B2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52D3-EE7B-4C6F-3144-A0268A74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7501-5079-733F-EAE5-F237D278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60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D17F-894D-CEE7-CFB6-DECDBD4D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FFBA8-21E8-5CB1-D55F-6BC6F43D6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122C-00A0-A257-6CEF-B6976EAB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754ED-1ABC-86DF-83D7-2794BF7A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0F026-724E-4B38-BCDB-E0BF2D7D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9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59AD-2304-C576-6D83-8EEBDB24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BABC-7660-B0E4-3D17-6261C59D3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BA9BC-CA8E-6853-C027-BBD018C2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6F890-4BC8-239B-5663-5D8C85D3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6ADE-C956-057D-A691-E2487FDA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11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DC98-60D7-EEDD-D63C-CB31CB6A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02577-8187-8EDF-CB3D-6D21B3F1C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D57FA-7D51-3A93-337D-8C74B061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6320B-27C9-5B4B-2792-33747F54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37B87-E77C-CC89-A639-0EF2F7D8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81A05-B395-DED0-D0B1-25326584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02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1F342-EF4F-B95A-BFE9-97340C1C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0C0F9-C9CF-88C7-CE78-5F181F1C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77879-2694-06EC-AD5F-849CAD542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809DA-1F35-A636-9E9E-B8DF37628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B79D6-3CAE-11A5-2E0F-99B7EA893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F7E4D-F0CD-E04D-912F-D62D0D74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F7485-C3F5-1704-A53F-B62FDD82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F7816-1573-8173-6180-9FD220D0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5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34C7-70BA-6815-B513-C9785871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8649B1-A525-4585-B88B-10AD27FE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55EF5-236C-485E-2175-DFE66A17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103B5-3950-188F-5507-F0AA53CE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5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DE946-D4B2-0E77-F90A-DC4EBA0C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BC79D-1FCA-5656-F145-364B018A9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98F97-61E7-899D-0553-5CEFFBF8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59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8060-C6E0-B5B2-CBA2-3E3C6E3F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BF97-AD48-BB11-0906-B80760E2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661EC-CD78-FB78-C783-41D7F1E02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C9003-6013-5043-BC48-D33B12C0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393A1-448C-5AB1-A95C-DB1D6A80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BF7A8-0D51-A742-92F7-1B03AF35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0FE4-2527-87F0-FDF1-33B45CF37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478F4-3B81-5D60-714C-2440C06DF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39D7E-C72C-7DF3-830D-56A9CA4E0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3B7A5-0E69-471D-3EE6-F31022D4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A9A74-C3CC-49CE-88C5-46222730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A60A2-85C2-AA06-0AB7-8BE69331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61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DD4F-54BE-EFDD-95AA-60BDB932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0E2A2-CBC6-CD05-11DE-A32B7F3A7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400D6-A468-87F5-78A8-4F575A35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AA8BC-4379-5864-718F-33571307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8C090-8E83-64ED-C83B-12A5D3EC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A8525-5592-532A-AD5C-6AF2600D3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9FBCB-ECA8-8046-BF49-D500D843F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BEC2-B07A-D278-803B-5C4B57908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6BFE-05DF-9B70-DBB2-35BB8E67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B3A46-2A85-C3D1-B910-0CA186A32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32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DD611-1246-5382-BD5A-1BA17958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251BC-D210-11F8-2F56-A2EC1A1F5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AB3F-B132-A800-4F67-AEAAF630A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F12D7-07CE-41F6-9E99-9B9C82FC91E5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1608B-506F-6164-C4C9-DDFF4E15A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1CB80-56CC-E0E1-6212-D85F221C8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6819B-3625-4441-A97C-91EF5DED539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C7206-2F63-8A47-E459-44065C8F4F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556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1724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slide" Target="slide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place/12%C2%B059'00.4%22N+77%C2%B043'17.1%22E/@12.9834554,77.7188451,17z/data=!3m1!4b1!4m4!3m3!8m2!3d12.9834554!4d77.72142?entry=ttu&amp;g_ep=EgoyMDI2MDYyOS4wIKXMDSoASAFQAw%3D%3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DA4FEB-4B2D-B804-CDD0-DBC71316B68B}"/>
              </a:ext>
            </a:extLst>
          </p:cNvPr>
          <p:cNvSpPr txBox="1"/>
          <p:nvPr/>
        </p:nvSpPr>
        <p:spPr>
          <a:xfrm>
            <a:off x="397328" y="1552908"/>
            <a:ext cx="113973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latin typeface="Gill Sans Nova Ultra Bold" panose="020B0B02020104020203" pitchFamily="34" charset="0"/>
              </a:rPr>
              <a:t>TN </a:t>
            </a:r>
            <a:r>
              <a:rPr lang="en-GB" sz="8000" dirty="0">
                <a:solidFill>
                  <a:srgbClr val="8A0000"/>
                </a:solidFill>
                <a:latin typeface="Gill Sans Nova Ultra Bold" panose="020B0B02020104020203" pitchFamily="34" charset="0"/>
              </a:rPr>
              <a:t>COIN DELIVERY PROCESS</a:t>
            </a:r>
            <a:endParaRPr lang="en-IN" sz="8000" dirty="0">
              <a:solidFill>
                <a:srgbClr val="8A0000"/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F7719-619A-0079-FC3E-1AC1C4500B04}"/>
              </a:ext>
            </a:extLst>
          </p:cNvPr>
          <p:cNvSpPr/>
          <p:nvPr/>
        </p:nvSpPr>
        <p:spPr>
          <a:xfrm>
            <a:off x="0" y="5721170"/>
            <a:ext cx="12196699" cy="1136830"/>
          </a:xfrm>
          <a:prstGeom prst="rect">
            <a:avLst/>
          </a:prstGeom>
          <a:solidFill>
            <a:srgbClr val="8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5E0C7-A051-8793-D7D8-EFAD55E55AD2}"/>
              </a:ext>
            </a:extLst>
          </p:cNvPr>
          <p:cNvSpPr/>
          <p:nvPr/>
        </p:nvSpPr>
        <p:spPr>
          <a:xfrm>
            <a:off x="0" y="5377543"/>
            <a:ext cx="12196699" cy="366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E4415-980A-8624-0126-65D621C6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00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C2AD83-9BCA-A568-821B-410306944B4E}"/>
              </a:ext>
            </a:extLst>
          </p:cNvPr>
          <p:cNvSpPr txBox="1"/>
          <p:nvPr/>
        </p:nvSpPr>
        <p:spPr>
          <a:xfrm>
            <a:off x="616955" y="183487"/>
            <a:ext cx="5072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INFORMATION REQUIRED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9A6C3-7310-8C6F-417C-B4015417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1D9DFB-AAAD-FD35-7174-84E6696E2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129093"/>
              </p:ext>
            </p:extLst>
          </p:nvPr>
        </p:nvGraphicFramePr>
        <p:xfrm>
          <a:off x="704335" y="1011936"/>
          <a:ext cx="10646418" cy="5279134"/>
        </p:xfrm>
        <a:graphic>
          <a:graphicData uri="http://schemas.openxmlformats.org/drawingml/2006/table">
            <a:tbl>
              <a:tblPr/>
              <a:tblGrid>
                <a:gridCol w="628646">
                  <a:extLst>
                    <a:ext uri="{9D8B030D-6E8A-4147-A177-3AD203B41FA5}">
                      <a16:colId xmlns:a16="http://schemas.microsoft.com/office/drawing/2014/main" val="1095297635"/>
                    </a:ext>
                  </a:extLst>
                </a:gridCol>
                <a:gridCol w="1885937">
                  <a:extLst>
                    <a:ext uri="{9D8B030D-6E8A-4147-A177-3AD203B41FA5}">
                      <a16:colId xmlns:a16="http://schemas.microsoft.com/office/drawing/2014/main" val="867718314"/>
                    </a:ext>
                  </a:extLst>
                </a:gridCol>
                <a:gridCol w="8131835">
                  <a:extLst>
                    <a:ext uri="{9D8B030D-6E8A-4147-A177-3AD203B41FA5}">
                      <a16:colId xmlns:a16="http://schemas.microsoft.com/office/drawing/2014/main" val="3795313124"/>
                    </a:ext>
                  </a:extLst>
                </a:gridCol>
              </a:tblGrid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 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 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7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7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7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 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7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763330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fontAlgn="ctr"/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 Information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7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Door/House Number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1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913796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 Name or Number / Apartment Name / Plot Number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10899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Street Name / Road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007610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Area / Locality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89699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Landmark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03097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Village / Taluk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884908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 / Town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8716300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District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894538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Pincode (6 digits)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83611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fontAlgn="ctr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Information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Name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977161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Primary Mobile Number (10-digit): (For delivery coordination and OTP verification)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980797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Alternate Mobile Number (10-digit): (Only for backup coordination; no OTP will be sent here)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136346"/>
                  </a:ext>
                </a:extLst>
              </a:tr>
              <a:tr h="377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Identity Verification: [Last 4 digits of Aadhaar Number]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B02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00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70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413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C2AD83-9BCA-A568-821B-410306944B4E}"/>
              </a:ext>
            </a:extLst>
          </p:cNvPr>
          <p:cNvSpPr txBox="1"/>
          <p:nvPr/>
        </p:nvSpPr>
        <p:spPr>
          <a:xfrm>
            <a:off x="616955" y="73759"/>
            <a:ext cx="5908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LAST MILE DELIVERY PROCESS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9BB6F-9B96-73EA-0735-E580248CD4D9}"/>
              </a:ext>
            </a:extLst>
          </p:cNvPr>
          <p:cNvSpPr txBox="1"/>
          <p:nvPr/>
        </p:nvSpPr>
        <p:spPr>
          <a:xfrm>
            <a:off x="616955" y="690660"/>
            <a:ext cx="8780049" cy="593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Sequel’s </a:t>
            </a:r>
            <a:r>
              <a:rPr lang="en-GB" sz="1600" i="1" dirty="0"/>
              <a:t>Call Centre </a:t>
            </a:r>
            <a:r>
              <a:rPr lang="en-GB" sz="1600" dirty="0"/>
              <a:t>will call the recipient and take confirmation for delivery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Reach the Address and Meet the Recipient at the provided Address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Sequel Logistics Delivery Person will perform the following check on the Mob App: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600" i="1" dirty="0"/>
              <a:t>Check 1 : Last 4 Digit Aadhar number authentication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600" i="1" dirty="0"/>
              <a:t>Check 2 : Mobile OTP authentication</a:t>
            </a:r>
          </a:p>
          <a:p>
            <a:pPr marL="742950" lvl="1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600" i="1" dirty="0"/>
              <a:t>Check 3 : Voucher number authentication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If the above 3 checks are found ok, the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Capture &amp; Tag the Coin number (QR / Bar Code number) in the Mob App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Take the signature of the recipient on the Docket (Proof of Delivery), and take the image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Handover the Gold coin to the recipient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Take picture of the recipient along with the product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Conclude the delivery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9A6C3-7310-8C6F-417C-B40154179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55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0386-9DA7-9863-BAA0-FDD16004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858EC7-0630-E819-24BE-794B86B4D760}"/>
              </a:ext>
            </a:extLst>
          </p:cNvPr>
          <p:cNvSpPr txBox="1"/>
          <p:nvPr/>
        </p:nvSpPr>
        <p:spPr>
          <a:xfrm>
            <a:off x="616955" y="500479"/>
            <a:ext cx="2209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LAST MILE:</a:t>
            </a:r>
            <a:endParaRPr lang="en-GB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6EB053-8599-1A49-82C4-AD73C6984785}"/>
              </a:ext>
            </a:extLst>
          </p:cNvPr>
          <p:cNvCxnSpPr>
            <a:cxnSpLocks/>
          </p:cNvCxnSpPr>
          <p:nvPr/>
        </p:nvCxnSpPr>
        <p:spPr>
          <a:xfrm>
            <a:off x="704335" y="1064804"/>
            <a:ext cx="1942612" cy="0"/>
          </a:xfrm>
          <a:prstGeom prst="line">
            <a:avLst/>
          </a:prstGeom>
          <a:ln>
            <a:solidFill>
              <a:srgbClr val="8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86462D4-F436-BD72-99EE-D5301196CF83}"/>
              </a:ext>
            </a:extLst>
          </p:cNvPr>
          <p:cNvSpPr/>
          <p:nvPr/>
        </p:nvSpPr>
        <p:spPr>
          <a:xfrm>
            <a:off x="0" y="5721170"/>
            <a:ext cx="12196699" cy="1136830"/>
          </a:xfrm>
          <a:prstGeom prst="rect">
            <a:avLst/>
          </a:prstGeom>
          <a:solidFill>
            <a:srgbClr val="8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FD7B5-94A6-49CC-AF39-32255967B1EE}"/>
              </a:ext>
            </a:extLst>
          </p:cNvPr>
          <p:cNvSpPr/>
          <p:nvPr/>
        </p:nvSpPr>
        <p:spPr>
          <a:xfrm>
            <a:off x="0" y="5377543"/>
            <a:ext cx="12196699" cy="366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3FA26-E152-C8A9-4465-62C26727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518D12-40D5-CAB6-D484-9F0F7DC0E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35" y="1114231"/>
            <a:ext cx="1868162" cy="38183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CAF776-42DF-7754-DF09-0689D8849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116" y="1114231"/>
            <a:ext cx="1868161" cy="38183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7FAB08-1423-20F2-E7BC-3C346B60B5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504" y="1064804"/>
            <a:ext cx="1868161" cy="38183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53FB1D8-E62B-0D77-C469-FB20119FF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725" y="1114231"/>
            <a:ext cx="1868161" cy="38183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29FBFA-8050-7780-94B4-59EDC2997E9A}"/>
              </a:ext>
            </a:extLst>
          </p:cNvPr>
          <p:cNvSpPr txBox="1"/>
          <p:nvPr/>
        </p:nvSpPr>
        <p:spPr>
          <a:xfrm>
            <a:off x="704335" y="4914887"/>
            <a:ext cx="1868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 of Address Card with Geofencing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7EF6B7-1A5F-AC0B-8F2C-844180A8DC4D}"/>
              </a:ext>
            </a:extLst>
          </p:cNvPr>
          <p:cNvSpPr txBox="1"/>
          <p:nvPr/>
        </p:nvSpPr>
        <p:spPr>
          <a:xfrm>
            <a:off x="6430653" y="4893999"/>
            <a:ext cx="2432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 Step Verification of Receiver (OTP+ Proof of Identity)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FADE8-1008-3097-8F23-75ADE16161DE}"/>
              </a:ext>
            </a:extLst>
          </p:cNvPr>
          <p:cNvSpPr txBox="1"/>
          <p:nvPr/>
        </p:nvSpPr>
        <p:spPr>
          <a:xfrm>
            <a:off x="3611115" y="4893999"/>
            <a:ext cx="1868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Selection of Job Card - Docket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9D7EB9-FD5B-E446-53D5-E68C0A65CCA6}"/>
              </a:ext>
            </a:extLst>
          </p:cNvPr>
          <p:cNvSpPr txBox="1"/>
          <p:nvPr/>
        </p:nvSpPr>
        <p:spPr>
          <a:xfrm>
            <a:off x="9337432" y="4807200"/>
            <a:ext cx="2432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Authorised Signature</a:t>
            </a:r>
            <a:b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of Package</a:t>
            </a:r>
            <a:b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POD(Proof of Delivery) Capture</a:t>
            </a:r>
          </a:p>
        </p:txBody>
      </p:sp>
    </p:spTree>
    <p:extLst>
      <p:ext uri="{BB962C8B-B14F-4D97-AF65-F5344CB8AC3E}">
        <p14:creationId xmlns:p14="http://schemas.microsoft.com/office/powerpoint/2010/main" val="2967222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6F5BFC-991D-9D99-C178-79C0E67A9E9C}"/>
              </a:ext>
            </a:extLst>
          </p:cNvPr>
          <p:cNvSpPr/>
          <p:nvPr/>
        </p:nvSpPr>
        <p:spPr>
          <a:xfrm>
            <a:off x="0" y="-21091"/>
            <a:ext cx="12192000" cy="2129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189445-5945-F269-ACAD-07398D11688F}"/>
              </a:ext>
            </a:extLst>
          </p:cNvPr>
          <p:cNvSpPr/>
          <p:nvPr/>
        </p:nvSpPr>
        <p:spPr>
          <a:xfrm>
            <a:off x="3410465" y="71835"/>
            <a:ext cx="5437380" cy="6639091"/>
          </a:xfrm>
          <a:prstGeom prst="rect">
            <a:avLst/>
          </a:prstGeom>
          <a:gradFill flip="none" rotWithShape="1">
            <a:gsLst>
              <a:gs pos="0">
                <a:srgbClr val="615857">
                  <a:shade val="30000"/>
                  <a:satMod val="115000"/>
                </a:srgbClr>
              </a:gs>
              <a:gs pos="50000">
                <a:srgbClr val="615857">
                  <a:shade val="67500"/>
                  <a:satMod val="115000"/>
                </a:srgbClr>
              </a:gs>
              <a:gs pos="100000">
                <a:srgbClr val="615857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32985-56A9-DB88-1CCB-BAEAAC1689FD}"/>
              </a:ext>
            </a:extLst>
          </p:cNvPr>
          <p:cNvSpPr txBox="1"/>
          <p:nvPr/>
        </p:nvSpPr>
        <p:spPr>
          <a:xfrm>
            <a:off x="616955" y="500479"/>
            <a:ext cx="2209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LAST MILE:</a:t>
            </a:r>
            <a:endParaRPr lang="en-GB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CC1832-035B-F49A-252D-79A86C9CAD60}"/>
              </a:ext>
            </a:extLst>
          </p:cNvPr>
          <p:cNvCxnSpPr>
            <a:cxnSpLocks/>
          </p:cNvCxnSpPr>
          <p:nvPr/>
        </p:nvCxnSpPr>
        <p:spPr>
          <a:xfrm>
            <a:off x="704335" y="1064804"/>
            <a:ext cx="2001795" cy="0"/>
          </a:xfrm>
          <a:prstGeom prst="line">
            <a:avLst/>
          </a:prstGeom>
          <a:ln>
            <a:solidFill>
              <a:srgbClr val="8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2EF4ED7-90B2-E8F1-A742-062DBA44FB5E}"/>
              </a:ext>
            </a:extLst>
          </p:cNvPr>
          <p:cNvSpPr/>
          <p:nvPr/>
        </p:nvSpPr>
        <p:spPr>
          <a:xfrm>
            <a:off x="704335" y="1357191"/>
            <a:ext cx="2357618" cy="584775"/>
          </a:xfrm>
          <a:prstGeom prst="rect">
            <a:avLst/>
          </a:prstGeom>
          <a:solidFill>
            <a:srgbClr val="82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DELIVERY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245A3-7D53-B2D5-E7F0-E463DCCB4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  <p:pic>
        <p:nvPicPr>
          <p:cNvPr id="2" name="WhatsApp Video 2026-07-06 at 16.38.20">
            <a:hlinkClick r:id="" action="ppaction://media"/>
            <a:extLst>
              <a:ext uri="{FF2B5EF4-FFF2-40B4-BE49-F238E27FC236}">
                <a16:creationId xmlns:a16="http://schemas.microsoft.com/office/drawing/2014/main" id="{CBA6E6B5-D6E1-9DA8-7F40-B18B0F350B6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652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62595" y="71835"/>
            <a:ext cx="3258887" cy="663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2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8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6CCA-A787-326E-F8CC-3F8EDBD2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438FB4-CF25-1991-C2D2-B336E2E5D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80" y="678087"/>
            <a:ext cx="11475040" cy="600617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48BE8A-A3CC-93CF-C354-FC2D99D3F1E6}"/>
              </a:ext>
            </a:extLst>
          </p:cNvPr>
          <p:cNvCxnSpPr>
            <a:cxnSpLocks/>
          </p:cNvCxnSpPr>
          <p:nvPr/>
        </p:nvCxnSpPr>
        <p:spPr>
          <a:xfrm>
            <a:off x="704335" y="1064804"/>
            <a:ext cx="6817694" cy="0"/>
          </a:xfrm>
          <a:prstGeom prst="line">
            <a:avLst/>
          </a:prstGeom>
          <a:ln>
            <a:solidFill>
              <a:srgbClr val="8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A72436E6-FEBB-5CC7-3D16-0FB58B3B770F}"/>
              </a:ext>
            </a:extLst>
          </p:cNvPr>
          <p:cNvSpPr/>
          <p:nvPr/>
        </p:nvSpPr>
        <p:spPr>
          <a:xfrm>
            <a:off x="-13567" y="7201627"/>
            <a:ext cx="12196699" cy="1136830"/>
          </a:xfrm>
          <a:prstGeom prst="rect">
            <a:avLst/>
          </a:prstGeom>
          <a:solidFill>
            <a:srgbClr val="8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CBE7D41-8AA2-0F03-9688-AF754A3D9729}"/>
              </a:ext>
            </a:extLst>
          </p:cNvPr>
          <p:cNvSpPr/>
          <p:nvPr/>
        </p:nvSpPr>
        <p:spPr>
          <a:xfrm>
            <a:off x="-13567" y="6858000"/>
            <a:ext cx="12196699" cy="366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97AAA9-6880-DA31-7C51-5675467D1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C1BA63B-8B1C-75C7-D5C2-1E1356691732}"/>
              </a:ext>
            </a:extLst>
          </p:cNvPr>
          <p:cNvGrpSpPr/>
          <p:nvPr/>
        </p:nvGrpSpPr>
        <p:grpSpPr>
          <a:xfrm>
            <a:off x="583692" y="1091297"/>
            <a:ext cx="5847062" cy="3959011"/>
            <a:chOff x="419100" y="1489285"/>
            <a:chExt cx="5847062" cy="395901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B1F679A-5165-86A5-F51F-64273DE9B2E7}"/>
                </a:ext>
              </a:extLst>
            </p:cNvPr>
            <p:cNvSpPr/>
            <p:nvPr/>
          </p:nvSpPr>
          <p:spPr>
            <a:xfrm>
              <a:off x="419100" y="2819400"/>
              <a:ext cx="3448050" cy="262889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u="sng"/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5B977BA5-FC9C-0228-EE7F-10B8147F72A5}"/>
                </a:ext>
              </a:extLst>
            </p:cNvPr>
            <p:cNvCxnSpPr/>
            <p:nvPr/>
          </p:nvCxnSpPr>
          <p:spPr>
            <a:xfrm flipV="1">
              <a:off x="2667000" y="1685925"/>
              <a:ext cx="2038350" cy="1133475"/>
            </a:xfrm>
            <a:prstGeom prst="bentConnector3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89D021-91A4-AD7B-C65A-6A43A3E6C457}"/>
                </a:ext>
              </a:extLst>
            </p:cNvPr>
            <p:cNvSpPr txBox="1"/>
            <p:nvPr/>
          </p:nvSpPr>
          <p:spPr>
            <a:xfrm>
              <a:off x="4705350" y="1489285"/>
              <a:ext cx="156081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rgbClr val="C00000"/>
                  </a:solidFill>
                </a:rPr>
                <a:t>Track &amp; Trace</a:t>
              </a:r>
            </a:p>
          </p:txBody>
        </p:sp>
      </p:grpSp>
      <p:pic>
        <p:nvPicPr>
          <p:cNvPr id="9" name="Picture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61F9F0E-BF7A-5B65-04E5-375306B08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625" y="6458511"/>
            <a:ext cx="818783" cy="26351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D913EF-B22B-F072-CCBE-BF792AA1EB5D}"/>
              </a:ext>
            </a:extLst>
          </p:cNvPr>
          <p:cNvCxnSpPr/>
          <p:nvPr/>
        </p:nvCxnSpPr>
        <p:spPr>
          <a:xfrm>
            <a:off x="8997696" y="6583680"/>
            <a:ext cx="125272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4CA3D7-E932-CF1D-90BC-389B8AF56A96}"/>
              </a:ext>
            </a:extLst>
          </p:cNvPr>
          <p:cNvSpPr txBox="1"/>
          <p:nvPr/>
        </p:nvSpPr>
        <p:spPr>
          <a:xfrm>
            <a:off x="10222992" y="6322070"/>
            <a:ext cx="160138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C00000"/>
                </a:solidFill>
              </a:rPr>
              <a:t>Click Here to see Coordinates</a:t>
            </a:r>
          </a:p>
        </p:txBody>
      </p:sp>
    </p:spTree>
    <p:extLst>
      <p:ext uri="{BB962C8B-B14F-4D97-AF65-F5344CB8AC3E}">
        <p14:creationId xmlns:p14="http://schemas.microsoft.com/office/powerpoint/2010/main" val="686179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0668-71B5-4490-1CD2-69F62A46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D82A0871-5E0C-FD8D-9688-DE07300BE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817455"/>
            <a:ext cx="10543689" cy="5803158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0610FCFA-C4AD-1C20-56F9-F64FFC28B98C}"/>
              </a:ext>
            </a:extLst>
          </p:cNvPr>
          <p:cNvSpPr/>
          <p:nvPr/>
        </p:nvSpPr>
        <p:spPr>
          <a:xfrm>
            <a:off x="-13567" y="7201627"/>
            <a:ext cx="12196699" cy="1136830"/>
          </a:xfrm>
          <a:prstGeom prst="rect">
            <a:avLst/>
          </a:prstGeom>
          <a:solidFill>
            <a:srgbClr val="8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1EFCD33-B713-F14C-029F-8E9DBE171C91}"/>
              </a:ext>
            </a:extLst>
          </p:cNvPr>
          <p:cNvSpPr/>
          <p:nvPr/>
        </p:nvSpPr>
        <p:spPr>
          <a:xfrm>
            <a:off x="-13567" y="6858000"/>
            <a:ext cx="12196699" cy="366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A2B21-26A0-5BFB-47D6-58A4BCC6B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54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DA4FEB-4B2D-B804-CDD0-DBC71316B68B}"/>
              </a:ext>
            </a:extLst>
          </p:cNvPr>
          <p:cNvSpPr txBox="1"/>
          <p:nvPr/>
        </p:nvSpPr>
        <p:spPr>
          <a:xfrm>
            <a:off x="397328" y="2333196"/>
            <a:ext cx="113973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latin typeface="Gill Sans Nova Ultra Bold" panose="020B0B02020104020203" pitchFamily="34" charset="0"/>
              </a:rPr>
              <a:t>THANK YOU</a:t>
            </a:r>
            <a:endParaRPr lang="en-IN" sz="8000" dirty="0">
              <a:solidFill>
                <a:srgbClr val="8A0000"/>
              </a:solidFill>
              <a:latin typeface="Gill Sans Nova Ultra Bold" panose="020B0B020201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F7719-619A-0079-FC3E-1AC1C4500B04}"/>
              </a:ext>
            </a:extLst>
          </p:cNvPr>
          <p:cNvSpPr/>
          <p:nvPr/>
        </p:nvSpPr>
        <p:spPr>
          <a:xfrm>
            <a:off x="0" y="5721170"/>
            <a:ext cx="12196699" cy="1136830"/>
          </a:xfrm>
          <a:prstGeom prst="rect">
            <a:avLst/>
          </a:prstGeom>
          <a:solidFill>
            <a:srgbClr val="8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85E0C7-A051-8793-D7D8-EFAD55E55AD2}"/>
              </a:ext>
            </a:extLst>
          </p:cNvPr>
          <p:cNvSpPr/>
          <p:nvPr/>
        </p:nvSpPr>
        <p:spPr>
          <a:xfrm>
            <a:off x="0" y="5377543"/>
            <a:ext cx="12196699" cy="3662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E4415-980A-8624-0126-65D621C6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045" y="55550"/>
            <a:ext cx="2095992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07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d5f1e9-d6a9-44b6-b409-44344f128308}" enabled="1" method="Standard" siteId="{7cc91c38-648e-4ce2-a4e4-517ae39fc18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294</Words>
  <Application>Microsoft Office PowerPoint</Application>
  <PresentationFormat>Widescreen</PresentationFormat>
  <Paragraphs>58</Paragraphs>
  <Slides>8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Courier New</vt:lpstr>
      <vt:lpstr>Gill Sans Nova Ultra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Sequel30</dc:creator>
  <cp:lastModifiedBy>Santhosh Kumar G J (CBG Chennai)</cp:lastModifiedBy>
  <cp:revision>18</cp:revision>
  <dcterms:created xsi:type="dcterms:W3CDTF">2026-07-04T14:33:48Z</dcterms:created>
  <dcterms:modified xsi:type="dcterms:W3CDTF">2026-07-08T05:02:58Z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Internal</vt:lpwstr>
  </property>
</Properties>
</file>